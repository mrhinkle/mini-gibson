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19ab52101b486c" /><Relationship Type="http://schemas.openxmlformats.org/officeDocument/2006/relationships/extended-properties" Target="/docProps/app.xml" Id="R91fe5a1a5ad54945" /><Relationship Type="http://schemas.openxmlformats.org/officeDocument/2006/relationships/officeDocument" Target="/ppt/presentation.xml" Id="R9e7372f38efa4e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e00e7d04d4b82"/>
  </p:sldMasterIdLst>
  <p:notesMasterIdLst>
    <p:notesMasterId xmlns:r="http://schemas.openxmlformats.org/officeDocument/2006/relationships" r:id="R335f6d91bb6d4037"/>
  </p:notesMasterIdLst>
  <p:sldIdLst>
    <p:sldId xmlns:r="http://schemas.openxmlformats.org/officeDocument/2006/relationships" id="256" r:id="R28229b615e8e4112"/>
    <p:sldId xmlns:r="http://schemas.openxmlformats.org/officeDocument/2006/relationships" id="257" r:id="R9766d6578311410e"/>
    <p:sldId xmlns:r="http://schemas.openxmlformats.org/officeDocument/2006/relationships" id="258" r:id="R3adbb34cfcea4278"/>
    <p:sldId xmlns:r="http://schemas.openxmlformats.org/officeDocument/2006/relationships" id="259" r:id="R65b136299f1d4c7e"/>
    <p:sldId xmlns:r="http://schemas.openxmlformats.org/officeDocument/2006/relationships" id="260" r:id="R4eaf2ec2aa6d4899"/>
    <p:sldId xmlns:r="http://schemas.openxmlformats.org/officeDocument/2006/relationships" id="261" r:id="Rf55cb5d7e5f347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24686686954a90" /><Relationship Type="http://schemas.openxmlformats.org/officeDocument/2006/relationships/slideMaster" Target="/ppt/slideMasters/slideMaster1.xml" Id="R228e00e7d04d4b82" /><Relationship Type="http://schemas.openxmlformats.org/officeDocument/2006/relationships/notesMaster" Target="/ppt/notesMasters/notesMaster1.xml" Id="R335f6d91bb6d4037" /><Relationship Type="http://schemas.openxmlformats.org/officeDocument/2006/relationships/presProps" Target="/ppt/presProps.xml" Id="Rf4d38b5592e54b50" /><Relationship Type="http://schemas.openxmlformats.org/officeDocument/2006/relationships/tableStyles" Target="/ppt/tableStyles.xml" Id="Re888bc008b5d431f" /><Relationship Type="http://schemas.openxmlformats.org/officeDocument/2006/relationships/slide" Target="/ppt/slides/slide1.xml" Id="R28229b615e8e4112" /><Relationship Type="http://schemas.openxmlformats.org/officeDocument/2006/relationships/slide" Target="/ppt/slides/slide2.xml" Id="R9766d6578311410e" /><Relationship Type="http://schemas.openxmlformats.org/officeDocument/2006/relationships/slide" Target="/ppt/slides/slide3.xml" Id="R3adbb34cfcea4278" /><Relationship Type="http://schemas.openxmlformats.org/officeDocument/2006/relationships/slide" Target="/ppt/slides/slide4.xml" Id="R65b136299f1d4c7e" /><Relationship Type="http://schemas.openxmlformats.org/officeDocument/2006/relationships/slide" Target="/ppt/slides/slide5.xml" Id="R4eaf2ec2aa6d4899" /><Relationship Type="http://schemas.openxmlformats.org/officeDocument/2006/relationships/slide" Target="/ppt/slides/slide6.xml" Id="Rf55cb5d7e5f347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7292a12b9f42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d7854581324aa8" /><Relationship Type="http://schemas.openxmlformats.org/officeDocument/2006/relationships/notesMaster" Target="/ppt/notesMasters/notesMaster1.xml" Id="R7d546cb4870645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654a163afb43c0" /><Relationship Type="http://schemas.openxmlformats.org/officeDocument/2006/relationships/notesMaster" Target="/ppt/notesMasters/notesMaster1.xml" Id="R33659d35bc294a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1aad6771fd4218" /><Relationship Type="http://schemas.openxmlformats.org/officeDocument/2006/relationships/notesMaster" Target="/ppt/notesMasters/notesMaster1.xml" Id="R8e7c7c5cb98842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7155e2372e4210" /><Relationship Type="http://schemas.openxmlformats.org/officeDocument/2006/relationships/notesMaster" Target="/ppt/notesMasters/notesMaster1.xml" Id="R05c90412033743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298e6f1d814c49" /><Relationship Type="http://schemas.openxmlformats.org/officeDocument/2006/relationships/notesMaster" Target="/ppt/notesMasters/notesMaster1.xml" Id="R7d8b0e8de48d41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54be94f8514498" /><Relationship Type="http://schemas.openxmlformats.org/officeDocument/2006/relationships/notesMaster" Target="/ppt/notesMasters/notesMaster1.xml" Id="Rfc5df9fad24941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Mini Gibson is a reproducible training and evaluation pipeline. We are not claiming a production-ready autonomous coding model. Source: repository README and docs/evidence/mini-gibson-v2-2026-10-18/REPORT.md.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Mini Gibson treats checking, recovery, and completion as part of the engineering system. Source: README.md and presentation/demo/README.md.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main artifact is the pipeline: trajectory preparation, LoRA specialization, locked evaluation, and immutable evidence. Source: docs/experiment-protocol.md, evaluation/, historical/, and docs/evidence/mini-gibson-successor-2026-10-18/PROTOCOL.md.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docs/evidence/mini-gibson-v2-2026-10-18/REPORT.md and summary.json. Base resolved 9/48; tuned resolved 16/48; one-sided exact paired p=0.0717316. Base malformed 8/48; tuned malformed 21/48; p=0.000488.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docs/evidence/mini-gibson-successor-2026-10-18/. Verified terminal values are 456/456 checked, 406 compatible, 50 incompatible. This compatibility preflight ran no models, agents, parsers, tests, or formal comparisons.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docs/evidence/mini-gibson-successor-2026-10-18/CONTINUOUS-IMPROVEMENT.md. Langfuse and Jev are proposed post-run analysis additions. Hosted credentials and calls remain outside scored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91b002c9748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12ea0f8dc4a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1060c2768442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1682b3214e45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7c55e4166e40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8e487fca0a41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ECD57B-461E-4036-A885-5078CAAEAE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9789C0-02F5-4784-9140-6E0D9A54EA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1259C17-048C-420F-B1A0-03E10C1794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E791F1-32AB-4E77-8359-519091BA50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D986528-63B7-4611-B7FB-E446A6A5FE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8D6F1D-4E56-438B-8E46-96B2E9A88C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926DB4-607F-4AE8-8378-76AE0163C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82E208-C9FB-4283-A963-4EF5A9D3E67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54577F-6D17-4D89-9EE1-8A2996A462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A5D8A3-B692-4895-8361-578E7803D5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a327804b8f4415" /><Relationship Type="http://schemas.openxmlformats.org/officeDocument/2006/relationships/slideLayout" Target="/ppt/slideLayouts/slideLayout1.xml" Id="R4f76108fd85a4c68" /><Relationship Type="http://schemas.openxmlformats.org/officeDocument/2006/relationships/slideLayout" Target="/ppt/slideLayouts/slideLayout2.xml" Id="Rdfe6280cdbe84cfd" /><Relationship Type="http://schemas.openxmlformats.org/officeDocument/2006/relationships/slideLayout" Target="/ppt/slideLayouts/slideLayout3.xml" Id="R32eb3d615d7f4794" /><Relationship Type="http://schemas.openxmlformats.org/officeDocument/2006/relationships/slideLayout" Target="/ppt/slideLayouts/slideLayout4.xml" Id="Rc4d26a27de314d37" /><Relationship Type="http://schemas.openxmlformats.org/officeDocument/2006/relationships/slideLayout" Target="/ppt/slideLayouts/slideLayout5.xml" Id="R771485174862431f" /><Relationship Type="http://schemas.openxmlformats.org/officeDocument/2006/relationships/slideLayout" Target="/ppt/slideLayouts/slideLayout6.xml" Id="R64660e3ba88b40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76108fd85a4c68"/>
    <p:sldLayoutId xmlns:r="http://schemas.openxmlformats.org/officeDocument/2006/relationships" id="2147483650" r:id="Rdfe6280cdbe84cfd"/>
    <p:sldLayoutId xmlns:r="http://schemas.openxmlformats.org/officeDocument/2006/relationships" id="2147483651" r:id="R32eb3d615d7f4794"/>
    <p:sldLayoutId xmlns:r="http://schemas.openxmlformats.org/officeDocument/2006/relationships" id="2147483652" r:id="Rc4d26a27de314d37"/>
    <p:sldLayoutId xmlns:r="http://schemas.openxmlformats.org/officeDocument/2006/relationships" id="2147483653" r:id="R771485174862431f"/>
    <p:sldLayoutId xmlns:r="http://schemas.openxmlformats.org/officeDocument/2006/relationships" id="2147483654" r:id="R64660e3ba88b40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79c900aaa0404b" /><Relationship Type="http://schemas.openxmlformats.org/officeDocument/2006/relationships/image" Target="/ppt/media/image.png" Id="R7d3720c212ea4360" /><Relationship Type="http://schemas.openxmlformats.org/officeDocument/2006/relationships/image" Target="/ppt/media/image2.png" Id="Rca37b0cb31624831" /><Relationship Type="http://schemas.openxmlformats.org/officeDocument/2006/relationships/notesSlide" Target="/ppt/notesSlides/notesSlide1.xml" Id="R3d88312ca76042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21a5a3e51f4f35" /><Relationship Type="http://schemas.openxmlformats.org/officeDocument/2006/relationships/image" Target="/ppt/media/image3.png" Id="R54ca73df49284ca1" /><Relationship Type="http://schemas.openxmlformats.org/officeDocument/2006/relationships/notesSlide" Target="/ppt/notesSlides/notesSlide2.xml" Id="Rb6dc6327f12547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c3c1f6fb524d1a" /><Relationship Type="http://schemas.openxmlformats.org/officeDocument/2006/relationships/notesSlide" Target="/ppt/notesSlides/notesSlide3.xml" Id="R64c8bdd31ebe4a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96cca4bf0f47c7" /><Relationship Type="http://schemas.openxmlformats.org/officeDocument/2006/relationships/chart" Target="/ppt/slides/charts/chart1.xml" Id="R5fa62f13c83a4150" /><Relationship Type="http://schemas.openxmlformats.org/officeDocument/2006/relationships/notesSlide" Target="/ppt/notesSlides/notesSlide4.xml" Id="Rd4c88d7b36e043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07aad4e65c4412" /><Relationship Type="http://schemas.openxmlformats.org/officeDocument/2006/relationships/notesSlide" Target="/ppt/notesSlides/notesSlide5.xml" Id="R7ddc4f00672f4b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2c61fb677b4ac5" /><Relationship Type="http://schemas.openxmlformats.org/officeDocument/2006/relationships/image" Target="/ppt/media/image4.png" Id="Rc56cb6b5afd648b0" /><Relationship Type="http://schemas.openxmlformats.org/officeDocument/2006/relationships/image" Target="/ppt/media/image5.png" Id="R4c38dc4919f645ac" /><Relationship Type="http://schemas.openxmlformats.org/officeDocument/2006/relationships/image" Target="/ppt/media/image6.png" Id="R07b7386f57874cce" /><Relationship Type="http://schemas.openxmlformats.org/officeDocument/2006/relationships/notesSlide" Target="/ppt/notesSlides/notesSlide6.xml" Id="R87a1bf02b817473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48 development issues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08101E"/>
              </a:solidFill>
              <a:latin typeface="Aptos Display"/>
              <a:ea typeface="Aptos Display"/>
              <a:cs typeface="Aptos Display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Base</c:v>
          </c:tx>
          <c:spPr>
            <a:solidFill xmlns:a="http://schemas.openxmlformats.org/drawingml/2006/main">
              <a:srgbClr val="08101E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Resolved issues</c:v>
                </c:pt>
                <c:pt idx="1">
                  <c:v>Tasks with malformed response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9</c:v>
                </c:pt>
                <c:pt idx="1">
                  <c:v>8</c:v>
                </c:pt>
              </c:numCache>
            </c:numRef>
          </c:val>
        </c:ser>
        <c:ser>
          <c:idx val="1"/>
          <c:order val="1"/>
          <c:tx>
            <c:v>Fine-tuned</c:v>
          </c:tx>
          <c:spPr>
            <a:solidFill xmlns:a="http://schemas.openxmlformats.org/drawingml/2006/main">
              <a:srgbClr val="FF8F2D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Resolved issues</c:v>
                </c:pt>
                <c:pt idx="1">
                  <c:v>Tasks with malformed response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16</c:v>
                </c:pt>
                <c:pt idx="1">
                  <c:v>21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235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9D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4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72235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82EB2-7232-46CF-B20D-58EE29D069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720c212ea436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968B4-BB05-4530-8ADC-E3AAB9C6E7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7b0cb31624831"/>
          <a:stretch xmlns:a="http://schemas.openxmlformats.org/drawingml/2006/main"/>
        </p:blipFill>
        <p:spPr>
          <a:xfrm xmlns:a="http://schemas.openxmlformats.org/drawingml/2006/main">
            <a:off x="7810500" y="1390650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B65BA-EF7D-4C0C-8069-312C52ED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MINI GIBSON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77454-F102-4644-A2AE-998299A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638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A training pipeline for better coding agents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B1F77-6D31-4F0A-851D-1C9B1739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D8E0E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8E0EC"/>
                </a:solidFill>
                <a:latin typeface="Aptos"/>
                <a:ea typeface="Aptos"/>
                <a:cs typeface="Aptos"/>
              </a:rPr>
              <a:t>We trained, tested, found real limits, and kept the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1AF16-4813-4152-B4B3-FE65B87B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8AD85-18A7-45AD-9235-DBB6D327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Merge-Geezers  /  Mark Hinkle + John Willis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B479-27DE-44F2-8E03-43268E70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8B4C6"/>
                </a:solidFill>
                <a:latin typeface="Aptos"/>
                <a:ea typeface="Aptos"/>
                <a:cs typeface="Aptos"/>
              </a:rPr>
              <a:t>Hackathon submission • October 18, 2026</a:t>
            </a:r>
          </a:p>
        </p:txBody>
      </p:sp>
    </p:spTree>
    <p:extLst>
      <p:ext uri="{BB962C8B-B14F-4D97-AF65-F5344CB8AC3E}">
        <p14:creationId xmlns:p14="http://schemas.microsoft.com/office/powerpoint/2010/main" val="18681027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127A8-91FC-47CF-A5C6-E12570BB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51026-80EB-4355-80F7-B2DD57A9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Generated code still leaves a human bottleneck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9374D-F971-4B75-932C-B9250B52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C81EB-1795-437B-A23D-08F2E40E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Models can propose code quickly.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3C042-C4CA-4B70-962F-E3FEACC5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50958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Engineers still have to check the patch, run the right tests, recover from broken tool calls, and decide whether the work is actually done.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24B99-09CB-4299-8487-34AF516B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Our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56BDD0-1E2C-41A5-B4B6-2ADEFF46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5721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Can a small open model learn to finish more software work without making reliability worse?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62AC6-13D7-4EC5-93C4-C4E8417C0F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a73df49284ca1"/>
          <a:srcRect xmlns:a="http://schemas.openxmlformats.org/drawingml/2006/main" l="0" t="8654" r="0" b="86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6050" y="1238250"/>
            <a:ext cx="49530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C0C10-F02A-4693-AE7C-949B6F69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24500"/>
            <a:ext cx="495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CEB0F-8E90-4561-9E8A-6A08E353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638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The evaluator, not the model, decides when work passes.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4A9C5-530F-4FB2-A790-60A43533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98C01-C774-4276-8022-44576816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465964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DAFFA8-909B-4E34-B6D7-047A72EB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AE624-B989-4514-A31B-327BAF37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deliverable is the improvement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1683A-05AC-4530-848C-9354BC0B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1219F-E275-4377-B484-B2783EF6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8F2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CBBA9-6C4C-4A28-93A7-0B2F99FD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37160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Learn from real engineering trajectories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A0990-26E9-4053-87A5-F3E26249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52625"/>
            <a:ext cx="904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Successful fixes, failed attempts, tool errors, tests, and recovery steps become controlled training examples.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BF202-2661-4406-B63A-13037727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15C"/>
          </a:solidFill>
          <a:ln xmlns:a="http://schemas.openxmlformats.org/drawingml/2006/main" w="0">
            <a:solidFill>
              <a:srgbClr val="3141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F0B05-A9A0-4F02-A6C8-EEC8A2D3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6597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7C5B9-6E6B-4CE6-8E73-075F5D4B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908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Fine-tune Nemotron with a bounded LoRA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20054-96C8-48C5-A858-421C244B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71875"/>
            <a:ext cx="904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Every dataset revision, model input, adapter, and training checkpoint gets a recorded identity.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DA132E-CD9E-44ED-9B27-D4436F43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15C"/>
          </a:solidFill>
          <a:ln xmlns:a="http://schemas.openxmlformats.org/drawingml/2006/main" w="0">
            <a:solidFill>
              <a:srgbClr val="31415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D5A98-AAE8-4C8B-A634-1C491926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D3989-F36D-42FD-BBC8-7D4248F0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1010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Compare models in the same locked evaluator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3F5D2-A952-49DC-AF28-FF026B1E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91125"/>
            <a:ext cx="904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Networkless execution, sealed holdouts, hash-chained receipts, and pre-set stop rules prevent us from grading our own homework.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1454B-DECB-41FB-AF20-3753D420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7B9FFD-060F-408A-B96B-25006188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826370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543AA-FD22-4672-93BA-079ABBF1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DD2A8-EEDF-4535-9DC7-2B619561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The first fine-tune showed promise and a warning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D0936-EB4B-4875-BD42-87FA5186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014D7BE8-6D2A-4080-B2CA-6E25D628E555}"/>
              </a:ext>
            </a:extLst>
          </p:cNvPr>
          <p:cNvGraphicFramePr/>
          <p:nvPr/>
        </p:nvGraphicFramePr>
        <p:xfrm>
          <a:off xmlns:a="http://schemas.openxmlformats.org/drawingml/2006/main" x="647700" y="1352550"/>
          <a:ext xmlns:a="http://schemas.openxmlformats.org/drawingml/2006/main" cx="61912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a62f13c83a4150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9EEF0-8418-4679-BF50-7B42AABC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A44D0C"/>
                </a:solidFill>
                <a:latin typeface="Aptos Display"/>
                <a:ea typeface="Aptos Display"/>
                <a:cs typeface="Aptos Display"/>
              </a:rPr>
              <a:t>+14.6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C85EA-535B-4B71-9688-22B376B6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Issue resolution improved from 9 of 48 to 16 of 48.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3E03D-B65C-45BD-B82C-2E84F220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95625"/>
            <a:ext cx="3381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98B18-B413-493E-9B12-0BB53BD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95650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But the statistical gate was not met (p = 0.0717), and tasks affected by malformed responses increased from 8 to 21.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413F30-76BA-49EA-8B1B-51DECA36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14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9B2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9B2D2D"/>
                </a:solidFill>
                <a:latin typeface="Aptos"/>
                <a:ea typeface="Aptos"/>
                <a:cs typeface="Aptos"/>
              </a:rPr>
              <a:t>Decision: do not promote the adapter.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8C6C6-AB4B-4F5E-AF78-114705CE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673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97589"/>
                </a:solidFill>
                <a:latin typeface="Aptos"/>
                <a:ea typeface="Aptos"/>
                <a:cs typeface="Aptos"/>
              </a:rPr>
              <a:t>Useful signal, not proof of a better model.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24D6A-56C9-4C7D-8F74-0091EC78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C1578-A401-4BFA-9CE6-AC13E63F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48543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C93A6-7DF8-41AA-A7A4-1F37BAAA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F2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8F2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6B133-C86C-4F5B-9006-D1418D74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successor run found a cohort problem before 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BD783-85F1-4925-B3DA-3AF45BC5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8DED7-91A4-4683-A486-DF83CBEE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456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6156A-5CF6-4625-843E-69FC019E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of 456 checked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29606-60D5-4EB3-A990-22D8C14C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77C593"/>
                </a:solidFill>
                <a:latin typeface="Aptos Display"/>
                <a:ea typeface="Aptos Display"/>
                <a:cs typeface="Aptos Display"/>
              </a:rPr>
              <a:t>406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87D1C-5033-4AAA-A7C1-C9F23FAA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compatible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71EC0-2EB0-4D7D-8990-D175C315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7160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1">
                <a:solidFill>
                  <a:srgbClr val="F07C78"/>
                </a:solidFill>
                <a:latin typeface="Aptos Display"/>
                <a:ea typeface="Aptos Display"/>
                <a:cs typeface="Aptos Display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52983-9419-4B2F-9008-06370D02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003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incompatible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BFA59-0C84-4CA1-BF95-211BB58B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00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F2D"/>
          </a:solidFill>
          <a:ln xmlns:a="http://schemas.openxmlformats.org/drawingml/2006/main" w="0">
            <a:solidFill>
              <a:srgbClr val="FF8F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DAA6B-ED27-4E18-8588-F86F6E0A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9334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defPPr>
            <a:lvl1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1pPr>
            <a:lvl2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2pPr>
            <a:lvl3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3pPr>
            <a:lvl4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4pPr>
            <a:lvl5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5pPr>
            <a:lvl6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6pPr>
            <a:lvl7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7pPr>
            <a:lvl8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8pPr>
            <a:lvl9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Because at least one task package was incompatible, the registered protocol stopped before qualification, training, or model evaluation.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5BFC5-9386-4D08-8BB4-4C30D5FB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19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CED8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ED8E7"/>
                </a:solidFill>
                <a:latin typeface="Aptos"/>
                <a:ea typeface="Aptos"/>
                <a:cs typeface="Aptos"/>
              </a:rPr>
              <a:t>The public 35-task final holdout remains operationally sealed and unconsumed. This preflight measures evaluator compatibility, not model quality.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585819-1B23-4C62-ABCB-2AD76165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FA2F8-BE84-4636-937F-318715FE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A8B4C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8B4C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824488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B719E-E643-4EBB-92C8-0C5BF59D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AA3E3-0144-431D-AA51-CD875D3C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8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What we are submitting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21C9C-77EE-44E7-A426-FD55BC4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9BF80-EBA2-4B16-80B8-9AC6C5C8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52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defPPr>
            <a:lvl1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1pPr>
            <a:lvl2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2pPr>
            <a:lvl3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3pPr>
            <a:lvl4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4pPr>
            <a:lvl5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5pPr>
            <a:lvl6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6pPr>
            <a:lvl7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7pPr>
            <a:lvl8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8pPr>
            <a:lvl9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8101E"/>
                </a:solidFill>
                <a:latin typeface="Aptos Display"/>
                <a:ea typeface="Aptos Display"/>
                <a:cs typeface="Aptos Display"/>
              </a:rPr>
              <a:t>A repeatable way to make coding agents better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B4A1F-FD39-47CE-AC9C-B5132238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381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The repository contains the training-data preparation, bounded LoRA path, networkless evaluator, immutable evidence records, and the stop rules that kept us from overstating the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26BF8-EAA9-434C-A21A-0C83F816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9600F-791F-4098-93D9-14B7FD8F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8101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01E"/>
                </a:solidFill>
                <a:latin typeface="Aptos"/>
                <a:ea typeface="Aptos"/>
                <a:cs typeface="Aptos"/>
              </a:rPr>
              <a:t>Fine-tuning may improve issue resolution, but tool-call reliability must improve at the same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BC07A-0694-439B-BB15-5EC90FA1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A44D0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44D0C"/>
                </a:solidFill>
                <a:latin typeface="Aptos"/>
                <a:ea typeface="Aptos"/>
                <a:cs typeface="Aptos"/>
              </a:rPr>
              <a:t>Next addition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D3CA0-0BA4-4DC3-B49D-5E739240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23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235"/>
                </a:solidFill>
                <a:latin typeface="Aptos"/>
                <a:ea typeface="Aptos"/>
                <a:cs typeface="Aptos"/>
              </a:rPr>
              <a:t>Use Langfuse to analyze safe post-run traces and Jev to classify operational anomalies. Local tests still decide pass or fail.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CEAE9-8C68-4F60-9B91-303818A449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cb6b5afd648b0"/>
          <a:srcRect xmlns:a="http://schemas.openxmlformats.org/drawingml/2006/main" l="32479" t="0" r="324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066800"/>
            <a:ext cx="3143250" cy="504825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63605-2C5C-4641-9712-AECDD250E5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8dc4919f645ac"/>
          <a:stretch xmlns:a="http://schemas.openxmlformats.org/drawingml/2006/main"/>
        </p:blipFill>
        <p:spPr>
          <a:xfrm xmlns:a="http://schemas.openxmlformats.org/drawingml/2006/main">
            <a:off x="8667750" y="2289969"/>
            <a:ext cx="2381250" cy="563563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EB497-5F0D-42AE-8729-0B518F5022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7386f57874cce"/>
          <a:stretch xmlns:a="http://schemas.openxmlformats.org/drawingml/2006/main"/>
        </p:blipFill>
        <p:spPr>
          <a:xfrm xmlns:a="http://schemas.openxmlformats.org/drawingml/2006/main">
            <a:off x="9286875" y="3667125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D9822-F928-4749-98F7-B43B574B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67300"/>
            <a:ext cx="257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6D20"/>
          </a:solidFill>
          <a:ln xmlns:a="http://schemas.openxmlformats.org/drawingml/2006/main" w="0">
            <a:solidFill>
              <a:srgbClr val="D36D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F2AE0-8366-41DF-AAB9-FA7C232D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 after the run. Never change the score.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3DBC6-CC5D-44C4-AC7D-D0D38F34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MINI GIBSON  •  NVIDIA × RED HAT SMALL MODELS HACK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7D271-E4CB-44FE-A406-3BE7D881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defPPr>
            <a:lvl1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1pPr>
            <a:lvl2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2pPr>
            <a:lvl3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3pPr>
            <a:lvl4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4pPr>
            <a:lvl5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5pPr>
            <a:lvl6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6pPr>
            <a:lvl7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7pPr>
            <a:lvl8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8pPr>
            <a:lvl9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69758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97589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8169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2026-10-18T15:37:36.7840000Z</dcterms:created>
  <dcterms:modified xsi:type="dcterms:W3CDTF">2026-10-18T15:37:36.7840000Z</dcterms:modified>
</coreProperties>
</file>