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7fdaf3803a4f29" /><Relationship Type="http://schemas.openxmlformats.org/officeDocument/2006/relationships/extended-properties" Target="/docProps/app.xml" Id="R75596317f747499f" /><Relationship Type="http://schemas.openxmlformats.org/officeDocument/2006/relationships/officeDocument" Target="/ppt/presentation.xml" Id="Rfe6b368b53bd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df3121d94483d"/>
  </p:sldMasterIdLst>
  <p:notesMasterIdLst>
    <p:notesMasterId xmlns:r="http://schemas.openxmlformats.org/officeDocument/2006/relationships" r:id="R04424d0d45e54960"/>
  </p:notesMasterIdLst>
  <p:sldIdLst>
    <p:sldId xmlns:r="http://schemas.openxmlformats.org/officeDocument/2006/relationships" id="256" r:id="R0087295a337c410c"/>
    <p:sldId xmlns:r="http://schemas.openxmlformats.org/officeDocument/2006/relationships" id="257" r:id="Rd14cb8d24efb4352"/>
    <p:sldId xmlns:r="http://schemas.openxmlformats.org/officeDocument/2006/relationships" id="258" r:id="R958eb2264ada438b"/>
    <p:sldId xmlns:r="http://schemas.openxmlformats.org/officeDocument/2006/relationships" id="259" r:id="Rb22d64c770754630"/>
    <p:sldId xmlns:r="http://schemas.openxmlformats.org/officeDocument/2006/relationships" id="260" r:id="R2790cfa1a22c46a4"/>
    <p:sldId xmlns:r="http://schemas.openxmlformats.org/officeDocument/2006/relationships" id="261" r:id="R08c86a64630147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0f7f6f5cf24a2a" /><Relationship Type="http://schemas.openxmlformats.org/officeDocument/2006/relationships/slideMaster" Target="/ppt/slideMasters/slideMaster1.xml" Id="Rd92df3121d94483d" /><Relationship Type="http://schemas.openxmlformats.org/officeDocument/2006/relationships/notesMaster" Target="/ppt/notesMasters/notesMaster1.xml" Id="R04424d0d45e54960" /><Relationship Type="http://schemas.openxmlformats.org/officeDocument/2006/relationships/presProps" Target="/ppt/presProps.xml" Id="R0fc8704817424394" /><Relationship Type="http://schemas.openxmlformats.org/officeDocument/2006/relationships/tableStyles" Target="/ppt/tableStyles.xml" Id="R95aa154612014634" /><Relationship Type="http://schemas.openxmlformats.org/officeDocument/2006/relationships/slide" Target="/ppt/slides/slide1.xml" Id="R0087295a337c410c" /><Relationship Type="http://schemas.openxmlformats.org/officeDocument/2006/relationships/slide" Target="/ppt/slides/slide2.xml" Id="Rd14cb8d24efb4352" /><Relationship Type="http://schemas.openxmlformats.org/officeDocument/2006/relationships/slide" Target="/ppt/slides/slide3.xml" Id="R958eb2264ada438b" /><Relationship Type="http://schemas.openxmlformats.org/officeDocument/2006/relationships/slide" Target="/ppt/slides/slide4.xml" Id="Rb22d64c770754630" /><Relationship Type="http://schemas.openxmlformats.org/officeDocument/2006/relationships/slide" Target="/ppt/slides/slide5.xml" Id="R2790cfa1a22c46a4" /><Relationship Type="http://schemas.openxmlformats.org/officeDocument/2006/relationships/slide" Target="/ppt/slides/slide6.xml" Id="R08c86a64630147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a2cdff9c5e42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6b75b5d5b3433f" /><Relationship Type="http://schemas.openxmlformats.org/officeDocument/2006/relationships/notesMaster" Target="/ppt/notesMasters/notesMaster1.xml" Id="Ra341045f6656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d94d3151e1462d" /><Relationship Type="http://schemas.openxmlformats.org/officeDocument/2006/relationships/notesMaster" Target="/ppt/notesMasters/notesMaster1.xml" Id="R07a8feac221c4a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847103408043cb" /><Relationship Type="http://schemas.openxmlformats.org/officeDocument/2006/relationships/notesMaster" Target="/ppt/notesMasters/notesMaster1.xml" Id="R60182da69d6347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5815346b3b41f9" /><Relationship Type="http://schemas.openxmlformats.org/officeDocument/2006/relationships/notesMaster" Target="/ppt/notesMasters/notesMaster1.xml" Id="Rb6ac757757ac42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311babbf5d4fd8" /><Relationship Type="http://schemas.openxmlformats.org/officeDocument/2006/relationships/notesMaster" Target="/ppt/notesMasters/notesMaster1.xml" Id="R084e3012441f47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3b37969495403f" /><Relationship Type="http://schemas.openxmlformats.org/officeDocument/2006/relationships/notesMaster" Target="/ppt/notesMasters/notesMaster1.xml" Id="R06c47d55b7aa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Mini Gibson is a reproducible training and evaluation pipeline. We are not claiming a production-ready autonomous coding model. Source: repository README and docs/evidence/mini-gibson-v2-2026-10-18/REPORT.md.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 Gibson treats checking, recovery, and completion as part of the engineering system. Source: README.md and presentation/demo/README.md.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artifact is the pipeline: trajectory preparation, LoRA specialization, locked evaluation, and immutable evidence. Source: docs/experiment-protocol.md, evaluation/, historical/, and docs/evidence/mini-gibson-successor-2026-10-18/PROTOCOL.md.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docs/evidence/mini-gibson-v2-2026-10-18/REPORT.md and summary.json. Base resolved 9/48; tuned resolved 16/48; one-sided exact paired p=0.0717316. Base malformed 8/48; tuned malformed 21/48; p=0.000488.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Interim submission: the frozen plan has 456 task packages, the 35-task final holdout is sealed, and the active compatibility preflight has produced no new model result. The matrix is not terminal; live compatibility counts are intentionally omitted. Source: docs/evidence/mini-gibson-successor-2026-10-18/PROTOCOL.md and the public R3 progress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docs/evidence/mini-gibson-successor-2026-10-18/CONTINUOUS-IMPROVEMENT.md. Langfuse and Jev are proposed post-run analysis additions. Hosted credentials and calls remain outside scored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2efffeeaa46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b939b6cdf4f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29a05125345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b7efd71c940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727e1354544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e3aa33d424a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A52C54-FF71-4B9A-8ED4-7DBDCDA99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011579-E047-47A2-93A9-50E88E02C7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E25C63-6FF2-4DE6-B7BB-E95F55E17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98A94E-C513-44E0-8091-304BC5C2E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85E0DA-51F9-4A61-BA93-AE6A83910D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7CDF30-41C2-49D7-A33F-D6AD32031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6854A0-D4E5-4A23-A9A7-E2BBD8E20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54952A-9C4B-4490-B495-C6F44EEEB4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486F4-5743-410E-A0BE-DAA390F44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65DE71-6B6A-4728-B697-731C75437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c72685bec44c3b" /><Relationship Type="http://schemas.openxmlformats.org/officeDocument/2006/relationships/slideLayout" Target="/ppt/slideLayouts/slideLayout1.xml" Id="Rf0a83f315a384925" /><Relationship Type="http://schemas.openxmlformats.org/officeDocument/2006/relationships/slideLayout" Target="/ppt/slideLayouts/slideLayout2.xml" Id="R72e724291e6245bd" /><Relationship Type="http://schemas.openxmlformats.org/officeDocument/2006/relationships/slideLayout" Target="/ppt/slideLayouts/slideLayout3.xml" Id="R60022d6f99214611" /><Relationship Type="http://schemas.openxmlformats.org/officeDocument/2006/relationships/slideLayout" Target="/ppt/slideLayouts/slideLayout4.xml" Id="R758234c3cc974ad1" /><Relationship Type="http://schemas.openxmlformats.org/officeDocument/2006/relationships/slideLayout" Target="/ppt/slideLayouts/slideLayout5.xml" Id="Rb19b1f9f2c064f95" /><Relationship Type="http://schemas.openxmlformats.org/officeDocument/2006/relationships/slideLayout" Target="/ppt/slideLayouts/slideLayout6.xml" Id="Ra7e793e2cb7a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83f315a384925"/>
    <p:sldLayoutId xmlns:r="http://schemas.openxmlformats.org/officeDocument/2006/relationships" id="2147483650" r:id="R72e724291e6245bd"/>
    <p:sldLayoutId xmlns:r="http://schemas.openxmlformats.org/officeDocument/2006/relationships" id="2147483651" r:id="R60022d6f99214611"/>
    <p:sldLayoutId xmlns:r="http://schemas.openxmlformats.org/officeDocument/2006/relationships" id="2147483652" r:id="R758234c3cc974ad1"/>
    <p:sldLayoutId xmlns:r="http://schemas.openxmlformats.org/officeDocument/2006/relationships" id="2147483653" r:id="Rb19b1f9f2c064f95"/>
    <p:sldLayoutId xmlns:r="http://schemas.openxmlformats.org/officeDocument/2006/relationships" id="2147483654" r:id="Ra7e793e2cb7a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8e9c940424f4a" /><Relationship Type="http://schemas.openxmlformats.org/officeDocument/2006/relationships/image" Target="/ppt/media/image.png" Id="Rc8a0d434e4ab4d87" /><Relationship Type="http://schemas.openxmlformats.org/officeDocument/2006/relationships/image" Target="/ppt/media/image2.png" Id="R59f84bd9c3bb41e6" /><Relationship Type="http://schemas.openxmlformats.org/officeDocument/2006/relationships/notesSlide" Target="/ppt/notesSlides/notesSlide1.xml" Id="R654185d5cb8d4f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f1be771e449a4" /><Relationship Type="http://schemas.openxmlformats.org/officeDocument/2006/relationships/image" Target="/ppt/media/image3.png" Id="Rfa4a458091a04434" /><Relationship Type="http://schemas.openxmlformats.org/officeDocument/2006/relationships/notesSlide" Target="/ppt/notesSlides/notesSlide2.xml" Id="R91e43b4cd77d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0e63bf7b74bbc" /><Relationship Type="http://schemas.openxmlformats.org/officeDocument/2006/relationships/notesSlide" Target="/ppt/notesSlides/notesSlide3.xml" Id="R0b0b00756f9149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7d87c16ce4932" /><Relationship Type="http://schemas.openxmlformats.org/officeDocument/2006/relationships/chart" Target="/ppt/slides/charts/chart1.xml" Id="Refabeacf96154715" /><Relationship Type="http://schemas.openxmlformats.org/officeDocument/2006/relationships/notesSlide" Target="/ppt/notesSlides/notesSlide4.xml" Id="R96c73daaa97644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b3c47a12747f9" /><Relationship Type="http://schemas.openxmlformats.org/officeDocument/2006/relationships/notesSlide" Target="/ppt/notesSlides/notesSlide5.xml" Id="R32b3201381dd4f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5861b00b740c8" /><Relationship Type="http://schemas.openxmlformats.org/officeDocument/2006/relationships/image" Target="/ppt/media/image4.png" Id="Raec655f4845a4e4f" /><Relationship Type="http://schemas.openxmlformats.org/officeDocument/2006/relationships/image" Target="/ppt/media/image5.png" Id="R28a007d0950d4302" /><Relationship Type="http://schemas.openxmlformats.org/officeDocument/2006/relationships/image" Target="/ppt/media/image6.png" Id="R9d44cdfbb4ed408c" /><Relationship Type="http://schemas.openxmlformats.org/officeDocument/2006/relationships/notesSlide" Target="/ppt/notesSlides/notesSlide6.xml" Id="Rf4942955fe6e46a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rPr>
              <a:t>48 development issues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101E"/>
              </a:solidFill>
              <a:latin typeface="Aptos Display"/>
              <a:ea typeface="Aptos Display"/>
              <a:cs typeface="Aptos Display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08101E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Resolved issues</c:v>
                </c:pt>
                <c:pt idx="1">
                  <c:v>Tasks with malformed response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v>Fine-tuned</c:v>
          </c:tx>
          <c:spPr>
            <a:solidFill xmlns:a="http://schemas.openxmlformats.org/drawingml/2006/main">
              <a:srgbClr val="FF8F2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Resolved issues</c:v>
                </c:pt>
                <c:pt idx="1">
                  <c:v>Tasks with malformed response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16</c:v>
                </c:pt>
                <c:pt idx="1">
                  <c:v>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235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235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9D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235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2235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FEFF9-C4E0-499E-A225-72D982568A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0d434e4ab4d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F48CA-131F-4812-BAE0-6F7C8A34D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84bd9c3bb41e6"/>
          <a:stretch xmlns:a="http://schemas.openxmlformats.org/drawingml/2006/main"/>
        </p:blipFill>
        <p:spPr>
          <a:xfrm xmlns:a="http://schemas.openxmlformats.org/drawingml/2006/main">
            <a:off x="7810500" y="13906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797A1-12FB-49DA-A432-8FEE0261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MINI GIBSON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9CAAF-B0D9-4205-8E3B-E373F41E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8F2D"/>
                </a:solidFill>
                <a:latin typeface="Aptos"/>
                <a:ea typeface="Aptos"/>
                <a:cs typeface="Aptos"/>
              </a:rPr>
              <a:t>A training pipeline for better coding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EEFCD-D739-48C0-9654-F2DCE00B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8E0E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0EC"/>
                </a:solidFill>
                <a:latin typeface="Aptos"/>
                <a:ea typeface="Aptos"/>
                <a:cs typeface="Aptos"/>
              </a:rPr>
              <a:t>We trained, tested, found real limits, and kept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784F-5694-442E-81DD-9E93243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2D"/>
          </a:solidFill>
          <a:ln xmlns:a="http://schemas.openxmlformats.org/drawingml/2006/main" w="0">
            <a:solidFill>
              <a:srgbClr val="FF8F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94FA8-8E2A-4C17-B876-E398E2CB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 Hinkle  /  John Willis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D5D67-E833-4539-8FA5-70C9B719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4C6"/>
                </a:solidFill>
                <a:latin typeface="Aptos"/>
                <a:ea typeface="Aptos"/>
                <a:cs typeface="Aptos"/>
              </a:rPr>
              <a:t>Hackathon submission • October 18, 2026</a:t>
            </a:r>
          </a:p>
        </p:txBody>
      </p:sp>
    </p:spTree>
    <p:extLst>
      <p:ext uri="{BB962C8B-B14F-4D97-AF65-F5344CB8AC3E}">
        <p14:creationId xmlns:p14="http://schemas.microsoft.com/office/powerpoint/2010/main" val="2063065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3B2E7-09CB-4877-AFCC-1A1BC2A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44D0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90C93-74A8-4918-B3EB-ADF40B7B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rPr>
              <a:t>Generated code still leaves a human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D0BCE-352F-4D3D-990E-027CDC82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D20"/>
          </a:solidFill>
          <a:ln xmlns:a="http://schemas.openxmlformats.org/drawingml/2006/main" w="0">
            <a:solidFill>
              <a:srgbClr val="D36D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D7DA9-30E7-449E-8B92-0DCECBC5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rPr>
              <a:t>Models can propose code quickly.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2FF9E-CFF9-4455-ABEC-CAC9E6ED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235"/>
                </a:solidFill>
                <a:latin typeface="Aptos"/>
                <a:ea typeface="Aptos"/>
                <a:cs typeface="Aptos"/>
              </a:rPr>
              <a:t>Engineers still have to check the patch, run the right tests, recover from broken tool calls, and decide whether the work is actually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605CD-3A31-47C0-97F8-259C5449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44D0C"/>
                </a:solidFill>
                <a:latin typeface="Aptos"/>
                <a:ea typeface="Aptos"/>
                <a:cs typeface="Aptos"/>
              </a:rPr>
              <a:t>Our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3A7EC-001E-4A92-BA59-A4E7D41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572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rPr>
              <a:t>Can a small open model learn to finish more software work without making reliability worse?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AEA42-E5BC-4024-BC02-0580B9557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a458091a04434"/>
          <a:srcRect xmlns:a="http://schemas.openxmlformats.org/drawingml/2006/main" l="0" t="8654" r="0" b="8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123825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FFE1B-F9BA-4EE7-BA77-FB9ADA8A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2D"/>
          </a:solidFill>
          <a:ln xmlns:a="http://schemas.openxmlformats.org/drawingml/2006/main" w="0">
            <a:solidFill>
              <a:srgbClr val="FF8F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4FD6C-4DC2-4A46-8DAC-1C5F0917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38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01E"/>
                </a:solidFill>
                <a:latin typeface="Aptos"/>
                <a:ea typeface="Aptos"/>
                <a:cs typeface="Aptos"/>
              </a:rPr>
              <a:t>The evaluator, not the model, decides when work passes.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C3403-5635-4B92-9F40-ECC2B9B6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589"/>
                </a:solidFill>
                <a:latin typeface="Aptos"/>
                <a:ea typeface="Aptos"/>
                <a:cs typeface="Aptos"/>
              </a:rPr>
              <a:t>MINI GIBSON  •  NVIDIA × RED HAT SMALL MODELS HACK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49202-A256-4449-B17B-D1091485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defPPr>
            <a:lvl1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1pPr>
            <a:lvl2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2pPr>
            <a:lvl3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3pPr>
            <a:lvl4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4pPr>
            <a:lvl5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5pPr>
            <a:lvl6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6pPr>
            <a:lvl7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7pPr>
            <a:lvl8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8pPr>
            <a:lvl9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5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3180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6CBB6-21D8-4F2B-9A44-53DF482C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F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1C3EB-6EF1-463F-8303-3A028F3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deliverable is the improvement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2BB3A-B706-403F-A4A4-1E19F166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2D"/>
          </a:solidFill>
          <a:ln xmlns:a="http://schemas.openxmlformats.org/drawingml/2006/main" w="0">
            <a:solidFill>
              <a:srgbClr val="FF8F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4F6E9-CEAC-4BA3-8662-FC7FAE5A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8F2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BD186-7323-42B3-BBF6-96716D77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3716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Learn from real engineering trajectories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3449E-067C-49FE-BBB2-0DC1B065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ED8E7"/>
                </a:solidFill>
                <a:latin typeface="Aptos"/>
                <a:ea typeface="Aptos"/>
                <a:cs typeface="Aptos"/>
              </a:rPr>
              <a:t>Successful fixes, failed attempts, tool errors, tests, and recovery steps become controlled training examples.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E441A-C974-4BD5-883F-970E65E1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C"/>
          </a:solidFill>
          <a:ln xmlns:a="http://schemas.openxmlformats.org/drawingml/2006/main" w="0">
            <a:solidFill>
              <a:srgbClr val="3141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0EDCB-EFFB-4E43-B318-7E2FD4F3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6597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F80FA-1B4D-4C0B-B56B-A3B11539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Fine-tune Nemotron with a bounded LoRA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1EF02-1B9C-47AA-8F8E-108F9FC2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7187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ED8E7"/>
                </a:solidFill>
                <a:latin typeface="Aptos"/>
                <a:ea typeface="Aptos"/>
                <a:cs typeface="Aptos"/>
              </a:rPr>
              <a:t>Every dataset revision, model input, adapter, and training checkpoint gets a recorded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5D7AE-F30C-4ECC-A792-053E659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C"/>
          </a:solidFill>
          <a:ln xmlns:a="http://schemas.openxmlformats.org/drawingml/2006/main" w="0">
            <a:solidFill>
              <a:srgbClr val="3141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F7300-60BA-426D-9CF9-E8AA8C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F09C2-44FB-45DA-9514-91CF0D20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Compare models in the same locked evaluator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34337-76E0-486F-BBB3-2770692A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91125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ED8E7"/>
                </a:solidFill>
                <a:latin typeface="Aptos"/>
                <a:ea typeface="Aptos"/>
                <a:cs typeface="Aptos"/>
              </a:rPr>
              <a:t>Networkless execution, sealed holdouts, hash-chained receipts, and pre-set stop rules prevent us from grading our own homework.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B1B25-D25A-425D-A5AF-113EB9E6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4C6"/>
                </a:solidFill>
                <a:latin typeface="Aptos"/>
                <a:ea typeface="Aptos"/>
                <a:cs typeface="Aptos"/>
              </a:rPr>
              <a:t>MINI GIBSON  •  NVIDIA × RED HAT SMALL MODELS HACK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149A3-A445-49CC-9C0B-8920F08B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4C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867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AFFD5-F27A-4C28-B3A7-53777454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44D0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0B324-96A7-45CC-B840-8FB7C6A5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rPr>
              <a:t>The first fine-tune showed promise and a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FA6B7-7F5A-45BA-A7ED-4A3A4B45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D20"/>
          </a:solidFill>
          <a:ln xmlns:a="http://schemas.openxmlformats.org/drawingml/2006/main" w="0">
            <a:solidFill>
              <a:srgbClr val="D36D20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652919E-0236-49CE-A663-ACF9C3025DA2}"/>
              </a:ext>
            </a:extLst>
          </p:cNvPr>
          <p:cNvGraphicFramePr/>
          <p:nvPr/>
        </p:nvGraphicFramePr>
        <p:xfrm>
          <a:off xmlns:a="http://schemas.openxmlformats.org/drawingml/2006/main" x="647700" y="1352550"/>
          <a:ext xmlns:a="http://schemas.openxmlformats.org/drawingml/2006/main" cx="6191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abeacf9615471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4400D-367C-4D0A-956B-374D05BD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A44D0C"/>
                </a:solidFill>
                <a:latin typeface="Aptos Display"/>
                <a:ea typeface="Aptos Display"/>
                <a:cs typeface="Aptos Display"/>
              </a:rPr>
              <a:t>+14.6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BCD4F-240B-4694-8472-4C6144CA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101E"/>
                </a:solidFill>
                <a:latin typeface="Aptos"/>
                <a:ea typeface="Aptos"/>
                <a:cs typeface="Aptos"/>
              </a:rPr>
              <a:t>Issue resolution improved from 9 of 48 to 16 of 48.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F2F5C-0E37-4210-BE4C-BA87E239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D20"/>
          </a:solidFill>
          <a:ln xmlns:a="http://schemas.openxmlformats.org/drawingml/2006/main" w="0">
            <a:solidFill>
              <a:srgbClr val="D36D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3802C-2E2C-4596-91F3-DB88C5A6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235"/>
                </a:solidFill>
                <a:latin typeface="Aptos"/>
                <a:ea typeface="Aptos"/>
                <a:cs typeface="Aptos"/>
              </a:rPr>
              <a:t>But the statistical gate was not met (p = 0.0717), and tasks affected by malformed responses increased from 8 to 21.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A7A0F-DE1C-4DC2-89B3-2409CDC8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149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9B2D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2D2D"/>
                </a:solidFill>
                <a:latin typeface="Aptos"/>
                <a:ea typeface="Aptos"/>
                <a:cs typeface="Aptos"/>
              </a:rPr>
              <a:t>Decision: do not promote the adapter.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3ADD2-8737-4C69-9047-0714455C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975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7589"/>
                </a:solidFill>
                <a:latin typeface="Aptos"/>
                <a:ea typeface="Aptos"/>
                <a:cs typeface="Aptos"/>
              </a:rPr>
              <a:t>Useful signal, not proof of a better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0D3F5-B75E-400B-982C-7AFA09BB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589"/>
                </a:solidFill>
                <a:latin typeface="Aptos"/>
                <a:ea typeface="Aptos"/>
                <a:cs typeface="Aptos"/>
              </a:rPr>
              <a:t>MINI GIBSON  •  NVIDIA × RED HAT SMALL MODELS HACK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049AE-E90B-4357-9227-F3F21EF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defPPr>
            <a:lvl1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1pPr>
            <a:lvl2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2pPr>
            <a:lvl3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3pPr>
            <a:lvl4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4pPr>
            <a:lvl5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5pPr>
            <a:lvl6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6pPr>
            <a:lvl7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7pPr>
            <a:lvl8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8pPr>
            <a:lvl9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5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2094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E4218-FB63-435B-85E3-D36C175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8F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F2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3C939-9CEC-43EB-B492-82985D2D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successor compatibility screen is still running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DDE7-DD0F-434A-8975-5AEA4025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2D"/>
          </a:solidFill>
          <a:ln xmlns:a="http://schemas.openxmlformats.org/drawingml/2006/main" w="0">
            <a:solidFill>
              <a:srgbClr val="FF8F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52B16-BECB-48A7-8E81-DC0B76D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8A01B-CEA2-4ACF-A60B-90DE6C26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B4C6"/>
                </a:solidFill>
                <a:latin typeface="Aptos"/>
                <a:ea typeface="Aptos"/>
                <a:cs typeface="Aptos"/>
              </a:rPr>
              <a:t>planned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347AD-AB09-4BEB-9983-146BE82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3716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77C593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A1A00-67BA-43B4-8485-47464E2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003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B4C6"/>
                </a:solidFill>
                <a:latin typeface="Aptos"/>
                <a:ea typeface="Aptos"/>
                <a:cs typeface="Aptos"/>
              </a:rPr>
              <a:t>new model runs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F00A1-C771-4BCB-BBF9-99265B8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716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F07C78"/>
                </a:solidFill>
                <a:latin typeface="Aptos Display"/>
                <a:ea typeface="Aptos Display"/>
                <a:cs typeface="Aptos Display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7319C-56CD-4ED5-8042-751FD80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B4C6"/>
                </a:solidFill>
                <a:latin typeface="Aptos"/>
                <a:ea typeface="Aptos"/>
                <a:cs typeface="Aptos"/>
              </a:rPr>
              <a:t>holdout tasks sealed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BCA54-16C0-453D-9159-D3BA93B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00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2D"/>
          </a:solidFill>
          <a:ln xmlns:a="http://schemas.openxmlformats.org/drawingml/2006/main" w="0">
            <a:solidFill>
              <a:srgbClr val="FF8F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5FFCF-5360-4982-B570-12B26670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933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  <a:lvl1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1pPr>
            <a:lvl2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2pPr>
            <a:lvl3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3pPr>
            <a:lvl4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4pPr>
            <a:lvl5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5pPr>
            <a:lvl6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6pPr>
            <a:lvl7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7pPr>
            <a:lvl8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8pPr>
            <a:lvl9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compatibility screen is still running. Incompatibilities already recorded prevent new training or model evaluation. The full matrix is not yet a terminal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6DE82-736A-469B-B0C0-138FC8A4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CED8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ED8E7"/>
                </a:solidFill>
                <a:latin typeface="Aptos"/>
                <a:ea typeface="Aptos"/>
                <a:cs typeface="Aptos"/>
              </a:rPr>
              <a:t>The public 35-task final holdout remains operationally sealed and unconsumed. This preflight measures evaluator compatibility, not model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FA241-CAC4-4ADE-84D8-8EBBF9C7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4C6"/>
                </a:solidFill>
                <a:latin typeface="Aptos"/>
                <a:ea typeface="Aptos"/>
                <a:cs typeface="Aptos"/>
              </a:rPr>
              <a:t>MINI GIBSON  •  NVIDIA × RED HAT SMALL MODELS HACK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F5D9E-FE42-4D06-B706-86483EF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defPPr>
            <a:lvl1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1pPr>
            <a:lvl2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2pPr>
            <a:lvl3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3pPr>
            <a:lvl4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4pPr>
            <a:lvl5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5pPr>
            <a:lvl6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6pPr>
            <a:lvl7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7pPr>
            <a:lvl8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8pPr>
            <a:lvl9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8B4C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4C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9469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85EED-157E-4485-BEE5-C173B50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44D0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316B2-ACD8-45F2-937A-14EFB81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rPr>
              <a:t>What we are submitting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9BE37-8815-44F2-A3FB-030EECC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D20"/>
          </a:solidFill>
          <a:ln xmlns:a="http://schemas.openxmlformats.org/drawingml/2006/main" w="0">
            <a:solidFill>
              <a:srgbClr val="D36D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EF5CD-8AF2-4893-9D99-2682BF47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8101E"/>
                </a:solidFill>
                <a:latin typeface="Aptos Display"/>
                <a:ea typeface="Aptos Display"/>
                <a:cs typeface="Aptos Display"/>
              </a:rPr>
              <a:t>A repeatable way to make coding agents better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38345-6952-44F8-89BA-3A025FD2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381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235"/>
                </a:solidFill>
                <a:latin typeface="Aptos"/>
                <a:ea typeface="Aptos"/>
                <a:cs typeface="Aptos"/>
              </a:rPr>
              <a:t>The repository contains the training-data preparation, bounded LoRA path, networkless evaluator, immutable evidence records, and the stop rules that kept us from overstating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50F86-0FAD-481B-8E0A-1998DE3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44D0C"/>
                </a:solidFill>
                <a:latin typeface="Aptos"/>
                <a:ea typeface="Aptos"/>
                <a:cs typeface="Aptos"/>
              </a:rPr>
              <a:t>What we learned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AB5A4-9C6D-4DA3-801F-9EE4D58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101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01E"/>
                </a:solidFill>
                <a:latin typeface="Aptos"/>
                <a:ea typeface="Aptos"/>
                <a:cs typeface="Aptos"/>
              </a:rPr>
              <a:t>Fine-tuning may improve issue resolution, but tool-call reliability must improve at the same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88A3E-455C-4512-9F00-F3C76681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44D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44D0C"/>
                </a:solidFill>
                <a:latin typeface="Aptos"/>
                <a:ea typeface="Aptos"/>
                <a:cs typeface="Aptos"/>
              </a:rPr>
              <a:t>Next addition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95D5F-CCA8-4DA3-BC86-31AA3257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235"/>
                </a:solidFill>
                <a:latin typeface="Aptos"/>
                <a:ea typeface="Aptos"/>
                <a:cs typeface="Aptos"/>
              </a:rPr>
              <a:t>Use Langfuse to analyze safe post-run traces and Jev to classify operational anomalies. Local tests still decide pass or fail.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4ABDD-0056-4487-BD9E-26BB1B512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655f4845a4e4f"/>
          <a:srcRect xmlns:a="http://schemas.openxmlformats.org/drawingml/2006/main" l="32479" t="0" r="324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066800"/>
            <a:ext cx="3143250" cy="50482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04EE1-43B4-4696-A2A3-231E677DC9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007d0950d4302"/>
          <a:stretch xmlns:a="http://schemas.openxmlformats.org/drawingml/2006/main"/>
        </p:blipFill>
        <p:spPr>
          <a:xfrm xmlns:a="http://schemas.openxmlformats.org/drawingml/2006/main">
            <a:off x="8667750" y="2289969"/>
            <a:ext cx="2381250" cy="56356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843B8-B8E8-4F3A-9C4E-67ABA66C2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4cdfbb4ed408c"/>
          <a:stretch xmlns:a="http://schemas.openxmlformats.org/drawingml/2006/main"/>
        </p:blipFill>
        <p:spPr>
          <a:xfrm xmlns:a="http://schemas.openxmlformats.org/drawingml/2006/main">
            <a:off x="9286875" y="36671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2B711-105B-405A-8386-5646956A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D20"/>
          </a:solidFill>
          <a:ln xmlns:a="http://schemas.openxmlformats.org/drawingml/2006/main" w="0">
            <a:solidFill>
              <a:srgbClr val="D36D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EF024-3C0A-4E06-A068-CCB9F5A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 after the run. Never change the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CB527-92DD-4AAF-B895-8F199ABD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589"/>
                </a:solidFill>
                <a:latin typeface="Aptos"/>
                <a:ea typeface="Aptos"/>
                <a:cs typeface="Aptos"/>
              </a:rPr>
              <a:t>MINI GIBSON  •  NVIDIA × RED HAT SMALL MODELS HACK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E4162-7BCD-474B-8F28-533C07D5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defPPr>
            <a:lvl1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1pPr>
            <a:lvl2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2pPr>
            <a:lvl3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3pPr>
            <a:lvl4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4pPr>
            <a:lvl5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5pPr>
            <a:lvl6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6pPr>
            <a:lvl7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7pPr>
            <a:lvl8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8pPr>
            <a:lvl9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9758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9758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8657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2026-10-18T14:13:48.0440000Z</dcterms:created>
  <dcterms:modified xsi:type="dcterms:W3CDTF">2026-10-18T14:13:48.0440000Z</dcterms:modified>
</coreProperties>
</file>